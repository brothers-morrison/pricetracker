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033A0"/>
                </a:solidFill>
                <a:latin typeface="Arial"/>
              </a:rPr>
              <a:t>LEAD for the Field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600" b="1">
                <a:solidFill>
                  <a:srgbClr val="0033A0"/>
                </a:solidFill>
                <a:latin typeface="Arial"/>
              </a:rPr>
              <a:t>Leadership for Managers in Sugarbeets</a:t>
            </a:r>
          </a:p>
          <a:p>
            <a:r>
              <a:rPr sz="3600" b="1">
                <a:solidFill>
                  <a:srgbClr val="0033A0"/>
                </a:solidFill>
                <a:latin typeface="Arial"/>
              </a:rPr>
              <a:t>Facilitator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Apply the LEAD framework in real production scenarios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Practice leadership decisions through structured roleplays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Commit to one actionable leadership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The LEAD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Listen: Detect risks, signals, and opportunities early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Empower: Push decisions to the lowest safe level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Align: Connect actions to production and safety targets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Deliver: Decide clearly and follow 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Segment 1: Listen &amp; Empower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Listening prevents rework and safety incidents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Empowerment reduces delays and escalations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Leader trap: Jumping to solutions too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Roleplay 1: Safety Near-Miss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Goal: Practice listening before solving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Leader must empower worker to propose solution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Observer listens for paraphrasing and decision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Debrief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What listening behavior worked best?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What empowerment behavior built ownership?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What would you do tomorrow?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Segment 2: Align &amp; Deliver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Alignment keeps production moving under pressure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Delivery = decision + owner + follow-up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Leader trap: Consensus instead of clarity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Roleplay 2: Downtime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Goal: Realign priorities after disruption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Leader must make a decision within 60 seconds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Observer checks alignment to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Debrief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Was the decision clear?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Was accountability assigned?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What improved speed?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Segment 3: Integrated LEAD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Use LEAD in 5-minute daily huddles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Stop–Think–Act for fast decisions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Balance urgency with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Roleplay 3: Conveyor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Goal: Apply all four LEAD elements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Leader listens, aligns, decides, delivers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Observer identifies strongest LEAD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LEAD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Listen: Ask, pause, paraphrase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Empower: Define scope and boundaries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Align: Tie task to today’s targets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Deliver: Decide, assign, follow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0">
                <a:solidFill>
                  <a:srgbClr val="0033A0"/>
                </a:solidFill>
                <a:latin typeface="Arial"/>
              </a:rPr>
              <a:t>Commitment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Choose one LEAD behavior to apply this week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Share commitment with supervisor</a:t>
            </a:r>
          </a:p>
          <a:p>
            <a:pPr/>
            <a:r>
              <a:rPr sz="1800" b="0">
                <a:solidFill>
                  <a:srgbClr val="0033A0"/>
                </a:solidFill>
                <a:latin typeface="Arial"/>
              </a:rPr>
              <a:t>Use LEAD in your next shift huddle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