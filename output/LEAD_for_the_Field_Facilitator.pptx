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LEAD for the Field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Leadership for Managers in Sugarbeets</a:t>
            </a:r>
          </a:p>
          <a:p>
            <a:r>
              <a:t>Facilitator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Apply the LEAD framework in real production scenarios</a:t>
            </a:r>
          </a:p>
          <a:p>
            <a:pPr/>
            <a:r>
              <a:t>Practice leadership decisions through structured roleplays</a:t>
            </a:r>
          </a:p>
          <a:p>
            <a:pPr/>
            <a:r>
              <a:t>Commit to one actionable leadership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LEAD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Listen: Detect risks, signals, and opportunities early</a:t>
            </a:r>
          </a:p>
          <a:p>
            <a:pPr/>
            <a:r>
              <a:t>Empower: Push decisions to the lowest safe level</a:t>
            </a:r>
          </a:p>
          <a:p>
            <a:pPr/>
            <a:r>
              <a:t>Align: Connect actions to production and safety targets</a:t>
            </a:r>
          </a:p>
          <a:p>
            <a:pPr/>
            <a:r>
              <a:t>Deliver: Decide clearly and follow through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1: Listen &amp; Empower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Listening prevents rework and safety incidents</a:t>
            </a:r>
          </a:p>
          <a:p>
            <a:pPr/>
            <a:r>
              <a:t>Empowerment reduces delays and escalations</a:t>
            </a:r>
          </a:p>
          <a:p>
            <a:pPr/>
            <a:r>
              <a:t>Leader trap: Jumping to solutions too fast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Roleplay 1: Safety Near-Miss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Practice listening before solving</a:t>
            </a:r>
          </a:p>
          <a:p>
            <a:pPr/>
            <a:r>
              <a:t>Leader must empower worker to propose solution</a:t>
            </a:r>
          </a:p>
          <a:p>
            <a:pPr/>
            <a:r>
              <a:t>Observer listens for paraphrasing and decision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Debrief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listening behavior worked best?</a:t>
            </a:r>
          </a:p>
          <a:p>
            <a:pPr/>
            <a:r>
              <a:t>What empowerment behavior built ownership?</a:t>
            </a:r>
          </a:p>
          <a:p>
            <a:pPr/>
            <a:r>
              <a:t>What would you do tomorrow?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2: Align &amp; Deliver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Alignment keeps production moving under pressure</a:t>
            </a:r>
          </a:p>
          <a:p>
            <a:pPr/>
            <a:r>
              <a:t>Delivery = decision + owner + follow-up</a:t>
            </a:r>
          </a:p>
          <a:p>
            <a:pPr/>
            <a:r>
              <a:t>Leader trap: Consensus instead of clarity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Roleplay 2: Downtime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Realign priorities after disruption</a:t>
            </a:r>
          </a:p>
          <a:p>
            <a:pPr/>
            <a:r>
              <a:t>Leader must make a decision within 60 seconds</a:t>
            </a:r>
          </a:p>
          <a:p>
            <a:pPr/>
            <a:r>
              <a:t>Observer checks alignment to targets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Debrief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Was the decision clear?</a:t>
            </a:r>
          </a:p>
          <a:p>
            <a:pPr/>
            <a:r>
              <a:t>Was accountability assigned?</a:t>
            </a:r>
          </a:p>
          <a:p>
            <a:pPr/>
            <a:r>
              <a:t>What improved speed?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3: Integrated LEAD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LEAD in 5-minute daily huddles</a:t>
            </a:r>
          </a:p>
          <a:p>
            <a:pPr/>
            <a:r>
              <a:t>Stop–Think–Act for fast decisions</a:t>
            </a:r>
          </a:p>
          <a:p>
            <a:pPr/>
            <a:r>
              <a:t>Balance urgency with safety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Roleplay 3: Conveyor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Apply all four LEAD elements</a:t>
            </a:r>
          </a:p>
          <a:p>
            <a:pPr/>
            <a:r>
              <a:t>Leader listens, aligns, decides, delivers</a:t>
            </a:r>
          </a:p>
          <a:p>
            <a:pPr/>
            <a:r>
              <a:t>Observer identifies strongest LEAD behavior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Listen: Ask, pause, paraphrase</a:t>
            </a:r>
          </a:p>
          <a:p>
            <a:pPr/>
            <a:r>
              <a:t>Empower: Define scope and boundaries</a:t>
            </a:r>
          </a:p>
          <a:p>
            <a:pPr/>
            <a:r>
              <a:t>Align: Tie task to today’s targets</a:t>
            </a:r>
          </a:p>
          <a:p>
            <a:pPr/>
            <a:r>
              <a:t>Deliver: Decide, assign, follow 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Commitment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Choose one LEAD behavior to apply this week</a:t>
            </a:r>
          </a:p>
          <a:p>
            <a:pPr/>
            <a:r>
              <a:t>Share commitment with supervisor</a:t>
            </a:r>
          </a:p>
          <a:p>
            <a:pPr/>
            <a:r>
              <a:t>Use LEAD in your next shift huddle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